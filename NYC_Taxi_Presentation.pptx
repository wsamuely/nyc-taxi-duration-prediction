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RMSE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(min)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B73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Linear Reg</c:v>
                  </c:pt>
                  <c:pt idx="2">
                    <c:v>Ridge</c:v>
                  </c:pt>
                  <c:pt idx="3">
                    <c:v>LightGBM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6.2</c:v>
                </c:pt>
                <c:pt idx="2">
                  <c:v>6</c:v>
                </c:pt>
                <c:pt idx="3">
                  <c:v>3.8</c:v>
                </c:pt>
                <c:pt idx="4">
                  <c:v>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R² by Model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B73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Linear Reg</c:v>
                  </c:pt>
                  <c:pt idx="2">
                    <c:v>Ridge</c:v>
                  </c:pt>
                  <c:pt idx="3">
                    <c:v>LightGBM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</c:v>
                </c:pt>
                <c:pt idx="1">
                  <c:v>0.72</c:v>
                </c:pt>
                <c:pt idx="2">
                  <c:v>0.73</c:v>
                </c:pt>
                <c:pt idx="3">
                  <c:v>0.87</c:v>
                </c:pt>
                <c:pt idx="4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20240" y="1005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NYC Yellow Taxi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 Duration Prediction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20240" y="2331720"/>
            <a:ext cx="5486400" cy="36576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514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ETA Estimation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NYC TLC Trip Records — January 2025 to February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Consultant  |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 |  </a:t>
            </a:r>
            <a:pPr indent="0" marL="0">
              <a:buNone/>
            </a:pPr>
            <a:r>
              <a:rPr lang="en-US" sz="110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Scikit-learn · FastAPI ·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⚠️  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dispatchers and passengers lack accurate trip duration estimates, causing: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driver scheduling &amp; fleet utilization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fare estimates for riders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predict demand surges by zone &amp;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fix — duration = distance ÷ speed — ignores traffic, time of day, and route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🎯 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627632"/>
            <a:ext cx="12344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276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</a:rPr>
              <a:t>RMSE &lt; 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16733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within 5 minutes of actual duration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12344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</a:rPr>
              <a:t>MAE &lt; 3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under 3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127248"/>
            <a:ext cx="12344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127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</a:rPr>
              <a:t>R² &gt; 0.80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3172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80%+ of duration variance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877056"/>
            <a:ext cx="12344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</a:rPr>
              <a:t>Beat baseline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922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distance ÷ speed on all metrics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— NYC TLC Yellow Taxi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2025 – Feb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914400"/>
            <a:ext cx="19659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441448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659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08576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Zones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(NYC TLC defined)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914400"/>
            <a:ext cx="19659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775704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trip record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80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 Available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tpep_pickup_datetime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tpep_dropoff_datetime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trip_duration_minutes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PULocationID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DOLocationID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2316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265 taxi zone IDs for spatial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trip_distance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predictor; baseline model 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fare_amount · total_amount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Proxy for metered distance/time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passenger_count · RatecodeID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payment_type · store_and_fwd_flag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Trip type indicators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Data Acquisition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monthly .parquet files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NYC TLC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3512" y="1691640"/>
            <a:ext cx="237744" cy="0"/>
          </a:xfrm>
          <a:prstGeom prst="line">
            <a:avLst/>
          </a:prstGeom>
          <a:noFill/>
          <a:ln w="25400">
            <a:solidFill>
              <a:srgbClr val="F7B7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·  Data Preparation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validate, remove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optimize dtypes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79592" y="1691640"/>
            <a:ext cx="237744" cy="0"/>
          </a:xfrm>
          <a:prstGeom prst="line">
            <a:avLst/>
          </a:prstGeom>
          <a:noFill/>
          <a:ln w="25400">
            <a:solidFill>
              <a:srgbClr val="F7B7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·  EDA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spatial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·  Feature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101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features: time, distance,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route, interactions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53512" y="3611880"/>
            <a:ext cx="237744" cy="0"/>
          </a:xfrm>
          <a:prstGeom prst="line">
            <a:avLst/>
          </a:prstGeom>
          <a:noFill/>
          <a:ln w="25400">
            <a:solidFill>
              <a:srgbClr val="F7B7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·  Modeling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3101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+ baseline;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79592" y="3611880"/>
            <a:ext cx="237744" cy="0"/>
          </a:xfrm>
          <a:prstGeom prst="line">
            <a:avLst/>
          </a:prstGeom>
          <a:noFill/>
          <a:ln w="25400">
            <a:solidFill>
              <a:srgbClr val="F7B7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83464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 ·  Evaluation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3101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Jan–Feb 2026;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+ errors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— 31 Input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14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Time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month, quarter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is_rush_hour, is_weekend, is_night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Cyclic: hour_sin/cos, dow_sin/cos, month_sin/cos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10972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86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Distance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340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(raw miles)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log_distance (reduces right skew)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baseline_duration = dist ÷ avg_speed × 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703320"/>
            <a:ext cx="109728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58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41056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PULocationID, DOLocationID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same_zone_flag, cross_borough_flag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pu/do_borough, pu/do_zone_rank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109728" cy="12344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014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Route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3624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route_mean_duration (historical avg)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route_median_duration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2025 data only — no leakage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109728" cy="12344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386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Interaction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7340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× is_rush_hour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× is_weekend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× hour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— Training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28016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124712"/>
            <a:ext cx="128016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1247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÷ avg_speed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28216"/>
            <a:ext cx="128016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Linear Regression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892808"/>
            <a:ext cx="12801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892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1911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benchmark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9631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96312"/>
            <a:ext cx="128016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42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Ridge Regression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2660904"/>
            <a:ext cx="12801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660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Regularized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 alpha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6440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64408"/>
            <a:ext cx="128016" cy="65836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LightGBM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0" y="3429000"/>
            <a:ext cx="1280160" cy="3200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429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Gradient Boost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447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· Best model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03250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32504"/>
            <a:ext cx="128016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MLP Neural Net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0" y="4197096"/>
            <a:ext cx="128016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41970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Learning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215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256→128→64, early stopping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All models use TimeSeriesSplit (n=5) — NEVER random shuffle. Train: 2025 data. Test: Jan–Feb 2026.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Test Set Performance (Jan–Feb 2026)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86868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06240"/>
            <a:ext cx="19659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&lt; 5 min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0" y="4544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 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441448" y="4206240"/>
            <a:ext cx="19659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41448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&lt; 3 min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441448" y="4544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08576" y="4206240"/>
            <a:ext cx="19659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0.80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08576" y="4544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 ✅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75704" y="4206240"/>
            <a:ext cx="19659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75704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baseline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75704" y="4544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Error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History is #1 Feature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average duration per (PU→DO) route is the strongest predictor, outweighing raw distance.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Matters More Than Expected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733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rush hour (5–7 PM) adds 40–60% to average trip duration, independently of distance.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Captures Non-Linearity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creates complex interactions. Tree models outperform linear models by &gt;30% RMSE.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Struggles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3931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largest for trips &gt;15 miles and during PM rush — high variance traffic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&amp;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0332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6 scripts + utils + tests + CI/CD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13248" y="10332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13248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methodology, how-to-run instructions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2039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Trained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.joblib — Linear, Ridge, LightGBM, MLP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3248" y="2039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13248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figures in reports/figures/ with narrative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0449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383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— real-time trip duration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13248" y="30449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3383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UI with model comparison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142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2688" y="40507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4389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30+ tests for preprocessing &amp; features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4142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13248" y="40507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13248" y="4389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runs tests on every push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🚕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LightGBM model successfully predicts NYC yellow taxi trip duration with RMSE = 3.8 min and R² = 0.87 — significantly outperforming the naive distance ÷ speed baseline on all metrics.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1546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LightGBM for real-time ETA estimation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 to handle seasonal drift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traffic data as v2 feature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special-event prediction gaps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NYC TLC Trip Data · Python · LightGBM · FastAPI · Streamlit · GitHub Actions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 Taxi Trip Duration Prediction</dc:title>
  <dc:subject>PptxGenJS Presentation</dc:subject>
  <dc:creator>Data Science Consultant</dc:creator>
  <cp:lastModifiedBy>Data Science Consultant</cp:lastModifiedBy>
  <cp:revision>1</cp:revision>
  <dcterms:created xsi:type="dcterms:W3CDTF">2026-05-09T17:55:43Z</dcterms:created>
  <dcterms:modified xsi:type="dcterms:W3CDTF">2026-05-09T17:55:43Z</dcterms:modified>
</cp:coreProperties>
</file>